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0E6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ROUND 2 · SIMULATION PRESENTATION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960120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600200"/>
            <a:ext cx="8412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9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Grade 8 · AI Revolution &amp; Digital Futures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CONTEXT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06040"/>
            <a:ext cx="3657600" cy="1051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jams at busy junctions in tier-2 cities waste fuel and time and add to pollution. Most signals run on fixed timers, whatever the traffic.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14884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606040"/>
            <a:ext cx="3657600" cy="1051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Show us your AI traffic model for one 4-way intersection in your city, and how much better it does than a fixed-timer signal.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3977640"/>
            <a:ext cx="8412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 questions · 3 screenshots (intersection, simulation, results) + a link · Answer every question in your own words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FD6E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BEFORE YOU START · TEAM &amp; MODEL DETAILS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Tell us who you are and which intersection you studied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Share a link to your simulation or data model (Scratch, Google Sheets, etc.) that opens for anyone without logging in.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783080"/>
            <a:ext cx="4114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name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203911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sz="1100" dirty="0"/>
              <a:t>team_965_0045</a:t>
            </a:r>
            <a:endParaRPr lang="en-GB" sz="11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783080"/>
            <a:ext cx="4114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School &amp; city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03911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dirty="0"/>
              <a:t>PACIFIC WORLD SCHOOL , Greater Noida 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651760"/>
            <a:ext cx="4114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members (name – role)</a:t>
            </a:r>
            <a:endParaRPr lang="en-US" sz="1050" b="1" dirty="0">
              <a:solidFill>
                <a:srgbClr val="005A9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65760" y="2907792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100" dirty="0"/>
              <a:t>Chiranjeet Sahoo – Team </a:t>
            </a:r>
            <a:r>
              <a:rPr lang="en-GB" sz="1100" dirty="0"/>
              <a:t>Coordinator &amp; </a:t>
            </a:r>
            <a:r>
              <a:rPr lang="en-GB" sz="1100" dirty="0">
                <a:sym typeface="+mn-ea"/>
              </a:rPr>
              <a:t>Team Designer</a:t>
            </a:r>
            <a:endParaRPr lang="en-GB" sz="1100" dirty="0">
              <a:sym typeface="+mn-ea"/>
            </a:endParaRPr>
          </a:p>
          <a:p>
            <a:pPr marL="0" indent="0">
              <a:buNone/>
            </a:pPr>
            <a:r>
              <a:rPr lang="en-GB" sz="1100" dirty="0"/>
              <a:t> Aarav Nagar – </a:t>
            </a:r>
            <a:r>
              <a:rPr lang="en-US" altLang="en-US" sz="1100" dirty="0"/>
              <a:t>Creative Communication Strategist</a:t>
            </a:r>
            <a:endParaRPr lang="en-US" altLang="en-US" sz="1100" dirty="0"/>
          </a:p>
          <a:p>
            <a:pPr marL="0" indent="0">
              <a:buNone/>
            </a:pPr>
            <a:r>
              <a:rPr lang="en-GB" altLang="en-US" sz="1100" dirty="0"/>
              <a:t>Ayan Ali - D</a:t>
            </a:r>
            <a:r>
              <a:rPr sz="1100">
                <a:sym typeface="+mn-ea"/>
              </a:rPr>
              <a:t>ata </a:t>
            </a:r>
            <a:r>
              <a:rPr lang="en-GB" sz="1100">
                <a:sym typeface="+mn-ea"/>
              </a:rPr>
              <a:t>R</a:t>
            </a:r>
            <a:r>
              <a:rPr sz="1100">
                <a:sym typeface="+mn-ea"/>
              </a:rPr>
              <a:t>esearch</a:t>
            </a:r>
            <a:r>
              <a:rPr lang="en-GB" sz="1100">
                <a:sym typeface="+mn-ea"/>
              </a:rPr>
              <a:t>er</a:t>
            </a:r>
            <a:endParaRPr lang="en-GB" altLang="en-US" sz="1100" dirty="0"/>
          </a:p>
          <a:p>
            <a:pPr marL="0" indent="0">
              <a:buNone/>
            </a:pPr>
            <a:r>
              <a:rPr lang="en-GB" altLang="en-US" sz="1100" dirty="0"/>
              <a:t>Anant Yadav-T</a:t>
            </a:r>
            <a:r>
              <a:rPr sz="1100">
                <a:sym typeface="+mn-ea"/>
              </a:rPr>
              <a:t>esting &amp; </a:t>
            </a:r>
            <a:r>
              <a:rPr lang="en-GB" sz="1100">
                <a:sym typeface="+mn-ea"/>
              </a:rPr>
              <a:t>C</a:t>
            </a:r>
            <a:r>
              <a:rPr sz="1100">
                <a:sym typeface="+mn-ea"/>
              </a:rPr>
              <a:t>harts</a:t>
            </a:r>
            <a:endParaRPr lang="en-GB" alt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651760"/>
            <a:ext cx="4114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Link to our simulation / model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9077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520440"/>
            <a:ext cx="4114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Our traffic data is…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77647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☐  Real counts (we counted vehicles safely)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050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GB" sz="1100" dirty="0"/>
              <a:t>☑</a:t>
            </a:r>
            <a:r>
              <a:rPr lang="en-US" sz="11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Simulated / estimated data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4224528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Intersection we studied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377440" y="4133088"/>
            <a:ext cx="2103120" cy="618744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sz="1100" dirty="0"/>
              <a:t>Ek Murti Chowk, near Pacific World School, Greater Noida West</a:t>
            </a:r>
            <a:endParaRPr lang="en-GB" sz="1400" dirty="0"/>
          </a:p>
          <a:p>
            <a:pPr marL="0" indent="0">
              <a:buNone/>
            </a:pPr>
            <a:endParaRPr lang="en-US" sz="11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34340" y="2115312"/>
          <a:ext cx="1943100" cy="30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/>
              </a:tblGrid>
              <a:tr h="304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600" u="none" strike="noStrike" dirty="0">
                          <a:effectLst/>
                        </a:rPr>
                        <a:t>team_965_0045</a:t>
                      </a:r>
                      <a:endParaRPr lang="en-GB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1 · 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Q1. What problem does your model solve, and who will use it?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intersection, what happens there at peak time, how the signal works today, what it costs people, and who would use your system.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1" name="TextBox 10"/>
          <p:cNvSpPr txBox="1"/>
          <p:nvPr/>
        </p:nvSpPr>
        <p:spPr>
          <a:xfrm>
            <a:off x="365760" y="1668541"/>
            <a:ext cx="7955280" cy="181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0">
                <a:solidFill>
                  <a:srgbClr val="273038"/>
                </a:solidFill>
                <a:latin typeface="Aptos"/>
              </a:defRPr>
            </a:pPr>
            <a:r>
              <a:rPr lang="en-GB" sz="1050" dirty="0"/>
              <a:t>Study area: Ek Murti Chowk, near Pacific World School, Tech Zone IV, Greater Noida West. The school’s published address places it near Ek Murti Chowk.</a:t>
            </a:r>
            <a:endParaRPr lang="en-GB" sz="1050" dirty="0"/>
          </a:p>
          <a:p>
            <a:pPr>
              <a:spcAft>
                <a:spcPts val="200"/>
              </a:spcAft>
              <a:defRPr sz="1050" b="0">
                <a:solidFill>
                  <a:srgbClr val="273038"/>
                </a:solidFill>
                <a:latin typeface="Aptos"/>
              </a:defRPr>
            </a:pPr>
            <a:endParaRPr lang="en-GB" sz="1050" dirty="0"/>
          </a:p>
          <a:p>
            <a:pPr>
              <a:spcAft>
                <a:spcPts val="200"/>
              </a:spcAft>
              <a:defRPr sz="1050" b="0">
                <a:solidFill>
                  <a:srgbClr val="273038"/>
                </a:solidFill>
                <a:latin typeface="Aptos"/>
              </a:defRPr>
            </a:pPr>
            <a:r>
              <a:rPr lang="en-GB" sz="1050" dirty="0"/>
              <a:t>Problem to investigate: during school arrival and dispersal, school vehicles, private cars, two-wheelers and other commuters may approach the area at different rates. If queues build unevenly at a nearby signal-controlled junction, equal green times may not suit every approach.</a:t>
            </a:r>
            <a:endParaRPr lang="en-GB" sz="1050" dirty="0"/>
          </a:p>
          <a:p>
            <a:pPr>
              <a:spcAft>
                <a:spcPts val="200"/>
              </a:spcAft>
              <a:defRPr sz="1050" b="0">
                <a:solidFill>
                  <a:srgbClr val="273038"/>
                </a:solidFill>
                <a:latin typeface="Aptos"/>
              </a:defRPr>
            </a:pPr>
            <a:endParaRPr lang="en-GB" sz="1050" dirty="0"/>
          </a:p>
          <a:p>
            <a:pPr>
              <a:spcAft>
                <a:spcPts val="200"/>
              </a:spcAft>
              <a:defRPr sz="1050" b="0">
                <a:solidFill>
                  <a:srgbClr val="273038"/>
                </a:solidFill>
                <a:latin typeface="Aptos"/>
              </a:defRPr>
            </a:pPr>
            <a:r>
              <a:rPr lang="en-GB" sz="1050" dirty="0"/>
              <a:t>Our model: Ek Murti Chowk is a roundabout, so this spreadsheet uses a simplified four-approach signal scenario inspired by the school’s local area; it does not claim that the roundabout currently uses a fixed-timer signal. Traffic counts are simulated, not measured. Intended users are traffic police and traffic engineers evaluating timing plans before any real-world trial.</a:t>
            </a:r>
            <a:endParaRPr lang="en-GB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2 · SHOW YOUR MODEL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Q2. Show your intersection, your simulation and your results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3 screenshots: a labelled map of the junction with traffic counts, your simulation running, and a chart comparing fixed vs smart signals.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75564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78D4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INTERSECTION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4160520"/>
            <a:ext cx="2679192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63500" tIns="63500" rIns="63500" bIns="63500" rtlCol="0" anchor="t"/>
          <a:lstStyle/>
          <a:p>
            <a:r>
              <a:rPr lang="en-GB" sz="1000" dirty="0"/>
              <a:t>Simplified four-approach model for the area near Ek Murti Chowk and Pacific World School; simulated counts only.</a:t>
            </a:r>
            <a:endParaRPr lang="en-GB" sz="11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175564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78D4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4160520"/>
            <a:ext cx="2679192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63500" tIns="63500" rIns="63500" bIns="63500" rtlCol="0" anchor="t"/>
          <a:lstStyle/>
          <a:p>
            <a:r>
              <a:rPr lang="en-GB" sz="1000" dirty="0"/>
              <a:t>Model preview: same arrivals tested under fixed and smart green times.</a:t>
            </a:r>
            <a:endParaRPr lang="en-GB" sz="11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75564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78D4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4160520"/>
            <a:ext cx="2679192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63500" tIns="63500" rIns="63500" bIns="63500" rtlCol="0" anchor="t"/>
          <a:lstStyle/>
          <a:p>
            <a:r>
              <a:rPr lang="en-GB" sz="1000" dirty="0"/>
              <a:t>Results chart compares vehicles cleared, average wait and longest queue.</a:t>
            </a:r>
            <a:endParaRPr lang="en-GB" sz="1100" dirty="0"/>
          </a:p>
          <a:p>
            <a:pPr marL="0" indent="0">
              <a:buNone/>
            </a:pPr>
            <a:endParaRPr lang="en-US" sz="1000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103120"/>
            <a:ext cx="2560320" cy="169164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03120"/>
            <a:ext cx="2560320" cy="169164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2103120"/>
            <a:ext cx="256032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3 · HOW IT WORKS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Q3. Explain how your smart signal works, step by step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COUNT: how does it know the traffic on each road?  DECIDE: how does it work out green time?  SWITCH: how does it change signals safely?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783080"/>
            <a:ext cx="2679192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· COUNT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2148840"/>
            <a:ext cx="2679192" cy="256032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200"/>
              </a:spcAft>
              <a:defRPr sz="90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COUNT:</a:t>
            </a:r>
            <a:endParaRPr lang="en-GB" sz="1600" dirty="0"/>
          </a:p>
          <a:p>
            <a:pPr>
              <a:spcAft>
                <a:spcPts val="200"/>
              </a:spcAft>
              <a:defRPr sz="90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We enter simulated 15-minute counts for North, East, South and West. In a real system, cameras or sensors could count vehicles at stop lines; counts must be checked and privacy protected.</a:t>
            </a:r>
            <a:endParaRPr lang="en-GB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764792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78D4"/>
                </a:solidFill>
              </a:rPr>
              <a:t>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1783080"/>
            <a:ext cx="2679192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· DECIDE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148840"/>
            <a:ext cx="2679192" cy="256032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200"/>
              </a:spcAft>
              <a:defRPr sz="90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DECIDE:</a:t>
            </a:r>
            <a:endParaRPr lang="en-GB" sz="1600" dirty="0"/>
          </a:p>
          <a:p>
            <a:pPr>
              <a:spcAft>
                <a:spcPts val="200"/>
              </a:spcAft>
              <a:defRPr sz="90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Give busier approaches more green time, with a 12–28 s limit. North has 120 simulated vehicles, so it gets 28 s; West has 60, so it gets 13 s. Smart greens total 80 s, matching the fixed plan.</a:t>
            </a:r>
            <a:endParaRPr lang="en-GB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764792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78D4"/>
                </a:solidFill>
              </a:rPr>
              <a:t>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1783080"/>
            <a:ext cx="2679192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 · SWITCH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148840"/>
            <a:ext cx="2679192" cy="256032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200"/>
              </a:spcAft>
              <a:defRPr sz="90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SWITCH:</a:t>
            </a:r>
            <a:endParaRPr lang="en-GB" sz="1600" dirty="0"/>
          </a:p>
          <a:p>
            <a:pPr>
              <a:spcAft>
                <a:spcPts val="200"/>
              </a:spcAft>
              <a:defRPr sz="90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After green, allow 4 s of clearance in this simplified model. Use yellow then all-red before the next road; never allow conflicting greens. If counts fail, revert to a safe fixed plan. Emergency priority needs verified detection and approved safety rules.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4 · YOUR TRAFFIC DATA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Q4. Show your traffic counts and the green times for each road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row per road. Compare the fixed timer with your smart signal. Then say where and when the data came from.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365760" y="1783080"/>
          <a:ext cx="841248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011680"/>
                <a:gridCol w="201168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Road (direction)</a:t>
                      </a:r>
                      <a:endParaRPr lang="en-US" sz="10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A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Vehicles per 15 min (peak/simulated)</a:t>
                      </a:r>
                      <a:endParaRPr lang="en-US" sz="10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A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Fixed-timer green (s)</a:t>
                      </a:r>
                      <a:endParaRPr lang="en-US" sz="10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A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Our smart green (s)</a:t>
                      </a:r>
                      <a:endParaRPr lang="en-US" sz="10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A9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000" dirty="0"/>
                        <a:t>North approach</a:t>
                      </a:r>
                      <a:endParaRPr lang="en-GB" sz="1000" dirty="0"/>
                    </a:p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000" dirty="0"/>
                        <a:t>120</a:t>
                      </a:r>
                      <a:endParaRPr lang="en-GB" sz="1000" dirty="0"/>
                    </a:p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28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000" dirty="0"/>
                        <a:t>East approach</a:t>
                      </a:r>
                      <a:endParaRPr lang="en-GB" sz="1000" dirty="0"/>
                    </a:p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000" dirty="0"/>
                        <a:t>South approach</a:t>
                      </a:r>
                      <a:endParaRPr lang="en-GB" sz="1000" dirty="0"/>
                    </a:p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000" dirty="0"/>
                        <a:t>West approach</a:t>
                      </a:r>
                      <a:endParaRPr lang="en-GB" sz="1000" dirty="0"/>
                    </a:p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5A9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Data: where, when &amp; how</a:t>
                      </a:r>
                      <a:endParaRPr lang="en-US" sz="10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B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000" dirty="0"/>
                        <a:t>Simulated, not field-counted. Pacific World School is near Ek Murti Chowk; this is a simplified four-approach signal scenario, not a model of the roundabout’s current control. Test input = 345 vehicles/15 min. Both plans use 80 s total green and 4 s clearance per approach.</a:t>
                      </a:r>
                      <a:endParaRPr lang="en-GB" sz="1000" dirty="0"/>
                    </a:p>
                    <a:p>
                      <a:pPr marL="0" indent="0">
                        <a:buNone/>
                      </a:pP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B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5 · TEST &amp; IMPROVE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Q5. How much better is your smart signal than a fixed timer?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 the same traffic through both. Compare vehicles cleared, average wait and longest queue. Note what you changed and the limits.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78308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Our results: fixed vs smart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78308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we changed &amp; limitations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075688"/>
            <a:ext cx="411480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Same simulated arrivals over 15 minutes:</a:t>
            </a:r>
            <a:endParaRPr lang="en-GB" sz="1100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• Vehicles cleared: 307 fixed vs 331 smart</a:t>
            </a: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• Estimated hourly equivalent: 1227 vs 1323 (15-minute result × 4; projection only)</a:t>
            </a: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• Average waiting time: 65.6 s vs 35.1 s (46.5% lower)</a:t>
            </a: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• Longest queue: 33 vs 9 vehicles (72.1% lower)</a:t>
            </a: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These are outputs of our simplified simulation, not real-world measurements.</a:t>
            </a:r>
            <a:endParaRPr lang="en-GB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075688"/>
            <a:ext cx="411480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WHAT WE CHANGED</a:t>
            </a:r>
            <a:endParaRPr lang="en-GB" sz="1100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We kept the same 80 seconds of green time and shifted more of it toward the busier North and East approaches.</a:t>
            </a: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LIMITATIONS</a:t>
            </a:r>
            <a:endParaRPr lang="en-GB" dirty="0"/>
          </a:p>
          <a:p>
            <a:pPr>
              <a:spcAft>
                <a:spcPts val="300"/>
              </a:spcAft>
              <a:defRPr sz="1100" b="0">
                <a:solidFill>
                  <a:srgbClr val="273038"/>
                </a:solidFill>
                <a:latin typeface="Aptos"/>
              </a:defRPr>
            </a:pPr>
            <a:r>
              <a:rPr lang="en-GB" dirty="0"/>
              <a:t>Counts are simulated; vehicle arrivals are spread evenly over 15 minutes; discharge is assumed to be 0.5 vehicles/second; turning movements, pedestrians, lane differences and incidents are not modelled. Results need field testing before real use.</a:t>
            </a:r>
            <a:endParaRPr lang="en-GB" dirty="0"/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Traffic Flow Optimizer · Round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6 · WHY IT'S WORTH IT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Q6. Why should the city traffic police try it?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Turn your results into benefits (time, fuel, pollution), say what the police need to try it, then write a 3-line pitch to the traffic police.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Grade 8 · AI Revolution &amp; Digital Futures | Round 2 · Simulation Presentation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78308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Benefits in numbers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2057400"/>
            <a:ext cx="3017520" cy="118872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Average wait: 65.6 s → 35.1 s (46.5% lower).</a:t>
            </a:r>
            <a:endParaRPr lang="en-GB" sz="1600" dirty="0"/>
          </a:p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About 2.93 vehicle-hours of waiting avoided in this 15-minute scenario.</a:t>
            </a:r>
            <a:endParaRPr lang="en-GB" sz="1100" dirty="0"/>
          </a:p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1100" dirty="0"/>
              <a:t>Illustrative estimate only: ~1.76 L fuel and ~4.0 kg CO₂, using stated idle-fuel assumptions—not measured savings.</a:t>
            </a:r>
            <a:endParaRPr lang="en-GB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3264408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the police need to try it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3538728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900" dirty="0"/>
              <a:t>1. Traffic engineers review the model and safety plan.</a:t>
            </a:r>
            <a:endParaRPr lang="en-GB" sz="900" dirty="0"/>
          </a:p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900" dirty="0"/>
              <a:t>2. Collect supervised, privacy-safe traffic counts.</a:t>
            </a:r>
            <a:endParaRPr lang="en-GB" sz="900" dirty="0"/>
          </a:p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900" dirty="0"/>
              <a:t>3. Simulate first; consider a short supervised pilot only if approved.</a:t>
            </a:r>
            <a:endParaRPr lang="en-GB" sz="900" dirty="0"/>
          </a:p>
          <a:p>
            <a:pPr>
              <a:spcAft>
                <a:spcPts val="100"/>
              </a:spcAft>
              <a:defRPr sz="820" b="0">
                <a:solidFill>
                  <a:srgbClr val="273038"/>
                </a:solidFill>
                <a:latin typeface="Aptos"/>
              </a:defRPr>
            </a:pPr>
            <a:r>
              <a:rPr lang="en-GB" sz="900" dirty="0"/>
              <a:t>Cost: spreadsheet prototype is free; real sensors/signals need a separate city budget.</a:t>
            </a:r>
            <a:endParaRPr lang="en-GB" sz="9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1783080"/>
            <a:ext cx="5120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Our 3-line pitch to the city traffic police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057400"/>
            <a:ext cx="5120640" cy="2670048"/>
          </a:xfrm>
          <a:prstGeom prst="roundRect">
            <a:avLst>
              <a:gd name="adj" fmla="val 2740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pPr>
              <a:spcAft>
                <a:spcPts val="300"/>
              </a:spcAft>
              <a:defRPr sz="1200" b="1">
                <a:solidFill>
                  <a:srgbClr val="18324A"/>
                </a:solidFill>
                <a:latin typeface="Aptos"/>
              </a:defRPr>
            </a:pPr>
            <a:r>
              <a:rPr lang="en-GB" sz="1100" dirty="0"/>
              <a:t>Please help us test a smarter signal that gives green time according to traffic demand.</a:t>
            </a:r>
            <a:endParaRPr lang="en-GB" sz="1050" dirty="0"/>
          </a:p>
          <a:p>
            <a:pPr>
              <a:spcAft>
                <a:spcPts val="300"/>
              </a:spcAft>
              <a:defRPr sz="1200" b="1">
                <a:solidFill>
                  <a:srgbClr val="18324A"/>
                </a:solidFill>
                <a:latin typeface="Aptos"/>
              </a:defRPr>
            </a:pPr>
            <a:r>
              <a:rPr lang="en-GB" sz="1100" dirty="0"/>
              <a:t>Our simulated model reduced average waiting and the longest queue using the same total green time.</a:t>
            </a:r>
            <a:endParaRPr lang="en-GB" sz="1100" dirty="0"/>
          </a:p>
          <a:p>
            <a:pPr>
              <a:spcAft>
                <a:spcPts val="300"/>
              </a:spcAft>
              <a:defRPr sz="1200" b="1">
                <a:solidFill>
                  <a:srgbClr val="18324A"/>
                </a:solidFill>
                <a:latin typeface="Aptos"/>
              </a:defRPr>
            </a:pPr>
            <a:r>
              <a:rPr lang="en-GB" sz="1100" dirty="0"/>
              <a:t>We request a small, supervised pilot with real data before any wider rollout.</a:t>
            </a:r>
            <a:endParaRPr lang="en-GB" sz="1100" dirty="0"/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9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</a:t>
            </a:r>
            <a:r>
              <a:rPr lang="en-US" sz="1500" b="1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JIGSAW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4754880" y="20116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Round 2 · Team Understanding Check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78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STEP · INDIVIDUAL UNDERSTANDING 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7782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Q7. Each member: explain our project in your own words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33502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Write 3–4 sentences: (1) what problem we solve, (2) how our prototype solves it, (3) one thing YOU did or learned. Answer on your own – don't copy your teammates.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783080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783080"/>
            <a:ext cx="2971800" cy="274320"/>
          </a:xfrm>
          <a:prstGeom prst="roundRect">
            <a:avLst>
              <a:gd name="adj" fmla="val 2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38100" tIns="38100" rIns="38100" bIns="38100" rtlCol="0" anchor="ctr"/>
          <a:lstStyle/>
          <a:p>
            <a:r>
              <a:rPr lang="en-GB" sz="1100" b="1" i="1" dirty="0">
                <a:latin typeface="Algerian" panose="04020705040A02060702" pitchFamily="82" charset="0"/>
              </a:rPr>
              <a:t>Chiranjeet Sahoo</a:t>
            </a:r>
            <a:endParaRPr lang="en-US" sz="1100" b="1" i="1" dirty="0">
              <a:latin typeface="Algerian" panose="04020705040A02060702" pitchFamily="82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65760" y="2130552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sz="1100" dirty="0"/>
              <a:t>Our project studies how a traffic signal can respond to different queue sizes. We compare a fixed timer with a rule that gives more green time to busier roads. I worked on researching the problem and checking the assumptions. I learned that results must be tested with honest data.</a:t>
            </a:r>
            <a:endParaRPr lang="en-GB" sz="16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783080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 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1783080"/>
            <a:ext cx="2971800" cy="274320"/>
          </a:xfrm>
          <a:prstGeom prst="roundRect">
            <a:avLst>
              <a:gd name="adj" fmla="val 2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38100" tIns="38100" rIns="38100" bIns="38100" rtlCol="0" anchor="ctr"/>
          <a:lstStyle/>
          <a:p>
            <a:r>
              <a:rPr lang="en-GB" sz="1100" b="1" i="1" dirty="0">
                <a:latin typeface="Algerian" panose="04020705040A02060702" pitchFamily="82" charset="0"/>
              </a:rPr>
              <a:t>Aarav Nagar</a:t>
            </a:r>
            <a:endParaRPr lang="en-US" sz="1100" b="1" i="1" dirty="0">
              <a:latin typeface="Algerian" panose="04020705040A02060702" pitchFamily="82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663440" y="2130552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sz="1100" dirty="0"/>
              <a:t>Our prototype uses traffic counts to allocate green time across four approaches. The same simulated traffic is tested under both signal plans. I helped build the spreadsheet model and organise the inputs. I learned how a fair comparison keeps the traffic conditions the same.</a:t>
            </a:r>
            <a:endParaRPr lang="en-GB" sz="16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3246120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 3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246120"/>
            <a:ext cx="2971800" cy="274320"/>
          </a:xfrm>
          <a:prstGeom prst="roundRect">
            <a:avLst>
              <a:gd name="adj" fmla="val 2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38100" tIns="38100" rIns="38100" bIns="38100" rtlCol="0" anchor="ctr"/>
          <a:lstStyle/>
          <a:p>
            <a:r>
              <a:rPr lang="en-GB" sz="1100" b="1" i="1" dirty="0" err="1">
                <a:latin typeface="Algerian" panose="04020705040A02060702" pitchFamily="82" charset="0"/>
              </a:rPr>
              <a:t>AyAN</a:t>
            </a:r>
            <a:r>
              <a:rPr lang="en-GB" sz="1100" b="1" i="1" dirty="0">
                <a:latin typeface="Algerian" panose="04020705040A02060702" pitchFamily="82" charset="0"/>
              </a:rPr>
              <a:t> </a:t>
            </a:r>
            <a:r>
              <a:rPr lang="en-GB" sz="1100" b="1" i="1" dirty="0" err="1">
                <a:latin typeface="Algerian" panose="04020705040A02060702" pitchFamily="82" charset="0"/>
              </a:rPr>
              <a:t>ali</a:t>
            </a:r>
            <a:endParaRPr lang="en-US" sz="1100" b="1" i="1" dirty="0">
              <a:latin typeface="Algerian" panose="04020705040A02060702" pitchFamily="82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365760" y="3593592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sz="1100" dirty="0"/>
              <a:t>The problem is that equal green times may not suit unequal traffic demand. Our smart rule adjusts the split while keeping the total green time equal to the fixed plan. I helped test the results and prepare the chart. I learned that a model has limits and cannot replace real testing.</a:t>
            </a:r>
            <a:endParaRPr lang="en-GB" sz="16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246120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005A9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 4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246120"/>
            <a:ext cx="2971800" cy="274320"/>
          </a:xfrm>
          <a:prstGeom prst="roundRect">
            <a:avLst>
              <a:gd name="adj" fmla="val 26667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38100" tIns="38100" rIns="38100" bIns="38100" rtlCol="0" anchor="ctr"/>
          <a:lstStyle/>
          <a:p>
            <a:r>
              <a:rPr lang="en-GB" sz="1100" b="1" i="1" dirty="0">
                <a:latin typeface="Algerian" panose="04020705040A02060702" pitchFamily="82" charset="0"/>
              </a:rPr>
              <a:t>Anant Yadav</a:t>
            </a:r>
            <a:endParaRPr lang="en-US" sz="1100" b="1" i="1" dirty="0">
              <a:latin typeface="Algerian" panose="04020705040A02060702" pitchFamily="82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4663440" y="3593592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 w="12700">
            <a:solidFill>
              <a:srgbClr val="D0D0D0"/>
            </a:solidFill>
          </a:ln>
        </p:spPr>
        <p:txBody>
          <a:bodyPr wrap="square" lIns="101600" tIns="101600" rIns="101600" bIns="101600" rtlCol="0" anchor="t"/>
          <a:lstStyle/>
          <a:p>
            <a:r>
              <a:rPr lang="en-GB" sz="1100" dirty="0"/>
              <a:t>We designed a Traffic Flow Optimizer prototype for a busy Ghaziabad junction. It compares vehicles cleared, waiting time and longest queue. I helped prepare the presentation and pitch. I learned that a good AI idea must also include safety rules and clear evidence.</a:t>
            </a:r>
            <a:endParaRPr lang="en-GB" sz="16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4828032"/>
            <a:ext cx="7680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HCL JIGSAW | Edition 7 | Round 2 · Individual Understanding Check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9536</Words>
  <Application>WPS Presentation</Application>
  <PresentationFormat>On-screen Show (16:9)</PresentationFormat>
  <Paragraphs>331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Calibri</vt:lpstr>
      <vt:lpstr>Calibri</vt:lpstr>
      <vt:lpstr>Aptos</vt:lpstr>
      <vt:lpstr>Segoe UI</vt:lpstr>
      <vt:lpstr>Algerian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 Flow Optimizer – Round 2 Prototype Presentation</dc:title>
  <dc:creator>PptxGenJS</dc:creator>
  <dc:subject>PptxGenJS Presentation</dc:subject>
  <cp:lastModifiedBy>chira</cp:lastModifiedBy>
  <cp:revision>7</cp:revision>
  <dcterms:created xsi:type="dcterms:W3CDTF">2026-10-06T10:34:00Z</dcterms:created>
  <dcterms:modified xsi:type="dcterms:W3CDTF">2026-10-30T03:43:12Z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7625A06F2EDA4EF68223BFD33D17B7A2_12</vt:lpwstr>
  </property>
  <property fmtid="{D5CDD505-2E9C-101B-9397-08002B2CF9AE}" pid="3" name="KSOProductBuildVer">
    <vt:lpwstr>1033-12.1.0.29162</vt:lpwstr>
  </property>
</Properties>
</file>